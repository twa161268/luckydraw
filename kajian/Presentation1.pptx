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E1FD-9FE0-4033-9F0C-E3BCFA93A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88D35-7BC7-4599-8BA0-786DCAF20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1547D-8189-43B9-97B6-901B5161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3533D-6BE7-4522-A09D-241CAF3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03CC7-B95F-42A0-BE5C-6CC99306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7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C8AD-318E-469C-8CDF-7777B81C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851F7-5815-47CD-A8D7-C99955292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A7AE-3E7F-4B6C-83E1-123D0075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180B-D413-4707-9733-A489AE45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391-CE9D-4B3D-83E0-C93E5487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7869-2F6D-4092-93EE-D23871EF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E4A1-CCB0-4AB1-843E-36E02D577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25E1C-E441-46AC-B8D3-19764875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E12AC-F151-406E-B58A-5456A80E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99C2-85B2-4449-8964-F23E5C46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7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E4CB-AFD2-4FF5-9544-4B535B77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834E6-9E8F-4B3B-A8AF-1ABCAED23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B7341-7BE6-49B7-BB7B-45ED2FDF5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15ED3-371C-4CEA-BA21-DE6FA13C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1C598-E99D-4A08-BBD8-8A34B418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29BF5-2AE6-4AAA-9027-95790D63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9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4677-69EE-41E4-9AFC-73CFEE1B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99D19-6F6D-4492-B27C-769A78FA8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81866-B02D-44FA-ADD1-62380243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526D3-2971-4CEE-A21F-F601C5054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38BF5-6E5A-488A-9FD2-DA9D762A6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66C07-6735-41BD-85AB-344CF4D8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0A4984-8192-4004-A76C-6659371F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30682-7DA4-403D-B085-9951EDE0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6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B3F4-AC63-4607-86A5-BAFF655D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6F57D-77BA-4FEE-9FD5-B3514386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9B296-06B9-4F2A-B787-E2B70AA0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DAE7D-6446-4866-92B0-6766F76E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0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6D76A-CC7A-49F1-B8C1-369AB137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4DB31-291B-4420-9DD7-1770668B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5F807-5228-44E6-BDAC-6ACD8E544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8159-9C15-4623-812E-FDCF9C32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4814-16D4-4E50-96A8-EF0D4CDBE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D73AF-D01C-4C0D-8489-5E123B9BE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91271-7D5E-44BB-A0D8-0546898B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1E09D-9053-4BEE-8757-05A814DB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0ED4E-B8D5-4E79-AF7E-1158E069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D8AA-455E-478B-9ECA-FEFB7202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1BE71-76B6-4082-BB79-F7BFFA222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0D93F-6A6E-4C87-BA82-364C6568D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E3066-7B3F-4374-A1EE-87959066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E6318-9194-4AFB-8E55-C28AF1C5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22E11-6A31-4221-8A9F-F4128543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9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0C86-F679-4A4B-BDBF-6B766349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5DC53-D5A0-423D-8B49-4284CF51A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50CC9-84E0-4A66-A871-573E8472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F930-7A88-48D8-A784-692816E8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D37F5-3299-40C4-8DA9-73E746E4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2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8640B-C8BF-47CD-B547-6367580E4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DC018-A5CA-4175-B7BB-A3B6A4C2E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25A46-CD07-479A-83E7-C7C5E5F6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2EAF-353F-4C01-9DE8-D80CF665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E35A-6906-4A47-B518-B3961C51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7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96E7C-C3CA-4A82-9BC6-254EB7DD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432E8-DCF6-4A4F-AF21-C14CDB204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AFEB4-44AC-4BE1-BF1E-456BD6964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DC6B-8242-46BD-A348-A0447C94D56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9F7B9-F176-4085-AC44-5246BCF0E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7558D-1EB9-4BB9-9445-BBCB05995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91B07-95D0-4FF9-9F42-1422C2EC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064A5CFF-4E77-4DF6-830C-8DD20D2463CD}"/>
              </a:ext>
            </a:extLst>
          </p:cNvPr>
          <p:cNvSpPr/>
          <p:nvPr/>
        </p:nvSpPr>
        <p:spPr>
          <a:xfrm>
            <a:off x="996043" y="2693913"/>
            <a:ext cx="9655628" cy="3919157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19FC1-32BA-4B56-8E14-A243D1C29A2D}"/>
              </a:ext>
            </a:extLst>
          </p:cNvPr>
          <p:cNvSpPr txBox="1"/>
          <p:nvPr/>
        </p:nvSpPr>
        <p:spPr>
          <a:xfrm>
            <a:off x="4171950" y="252779"/>
            <a:ext cx="384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LUCKY DRAW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4C9D1-5987-4179-9D6B-EDC8ED34C77D}"/>
              </a:ext>
            </a:extLst>
          </p:cNvPr>
          <p:cNvSpPr/>
          <p:nvPr/>
        </p:nvSpPr>
        <p:spPr>
          <a:xfrm>
            <a:off x="3840843" y="1384300"/>
            <a:ext cx="4241800" cy="393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Motor </a:t>
            </a:r>
            <a:r>
              <a:rPr lang="en-GB" dirty="0" err="1">
                <a:solidFill>
                  <a:schemeClr val="tx1"/>
                </a:solidFill>
              </a:rPr>
              <a:t>Listrik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untuk</a:t>
            </a:r>
            <a:r>
              <a:rPr lang="en-GB" dirty="0">
                <a:solidFill>
                  <a:schemeClr val="tx1"/>
                </a:solidFill>
              </a:rPr>
              <a:t> 5 orang </a:t>
            </a:r>
            <a:r>
              <a:rPr lang="en-GB" dirty="0" err="1">
                <a:solidFill>
                  <a:schemeClr val="tx1"/>
                </a:solidFill>
              </a:rPr>
              <a:t>pemenang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4FE5B5-0E02-4A9C-BF8E-F8A754BE7911}"/>
              </a:ext>
            </a:extLst>
          </p:cNvPr>
          <p:cNvSpPr/>
          <p:nvPr/>
        </p:nvSpPr>
        <p:spPr>
          <a:xfrm>
            <a:off x="1045027" y="2007984"/>
            <a:ext cx="6351814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ENROLL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96A4D-3F05-4BE2-B337-6B700CC427BF}"/>
              </a:ext>
            </a:extLst>
          </p:cNvPr>
          <p:cNvSpPr txBox="1"/>
          <p:nvPr/>
        </p:nvSpPr>
        <p:spPr>
          <a:xfrm>
            <a:off x="2882903" y="1384300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Hadiah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EB68A1-4E7A-4385-ACAA-1E52A2FF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441" y="1393245"/>
            <a:ext cx="620018" cy="408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DB419A9-9C65-402C-8869-F73EF116717E}"/>
              </a:ext>
            </a:extLst>
          </p:cNvPr>
          <p:cNvSpPr/>
          <p:nvPr/>
        </p:nvSpPr>
        <p:spPr>
          <a:xfrm flipV="1">
            <a:off x="8208469" y="1454666"/>
            <a:ext cx="401495" cy="26022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E014CF-745F-4877-846B-A2C4D915BD98}"/>
              </a:ext>
            </a:extLst>
          </p:cNvPr>
          <p:cNvSpPr txBox="1"/>
          <p:nvPr/>
        </p:nvSpPr>
        <p:spPr>
          <a:xfrm>
            <a:off x="1540329" y="3617690"/>
            <a:ext cx="2311400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0023</a:t>
            </a:r>
            <a:endParaRPr 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2653D6-470D-4D6C-A228-4D2AB78665C2}"/>
              </a:ext>
            </a:extLst>
          </p:cNvPr>
          <p:cNvSpPr txBox="1"/>
          <p:nvPr/>
        </p:nvSpPr>
        <p:spPr>
          <a:xfrm>
            <a:off x="4645479" y="3617690"/>
            <a:ext cx="2311400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0040</a:t>
            </a:r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82C552-9D5C-4835-B6A7-BB997173DD9D}"/>
              </a:ext>
            </a:extLst>
          </p:cNvPr>
          <p:cNvSpPr txBox="1"/>
          <p:nvPr/>
        </p:nvSpPr>
        <p:spPr>
          <a:xfrm>
            <a:off x="7727045" y="3617690"/>
            <a:ext cx="2311400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0003</a:t>
            </a:r>
            <a:endParaRPr 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A164D-9F4B-42AC-BC53-C73C1B07EFEB}"/>
              </a:ext>
            </a:extLst>
          </p:cNvPr>
          <p:cNvSpPr txBox="1"/>
          <p:nvPr/>
        </p:nvSpPr>
        <p:spPr>
          <a:xfrm>
            <a:off x="1503136" y="4641999"/>
            <a:ext cx="2311400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0017</a:t>
            </a:r>
            <a:endParaRPr lang="en-US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0D51D6-87FC-4B78-8638-405D9DC8A910}"/>
              </a:ext>
            </a:extLst>
          </p:cNvPr>
          <p:cNvSpPr txBox="1"/>
          <p:nvPr/>
        </p:nvSpPr>
        <p:spPr>
          <a:xfrm>
            <a:off x="4645479" y="4641999"/>
            <a:ext cx="2311400" cy="58477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0820</a:t>
            </a:r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9CCAAE-E533-4DA4-870E-655FB5BB7A22}"/>
              </a:ext>
            </a:extLst>
          </p:cNvPr>
          <p:cNvSpPr txBox="1"/>
          <p:nvPr/>
        </p:nvSpPr>
        <p:spPr>
          <a:xfrm>
            <a:off x="8493715" y="269270"/>
            <a:ext cx="2623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Combo box from table “</a:t>
            </a:r>
            <a:r>
              <a:rPr lang="en-GB" i="1" dirty="0" err="1"/>
              <a:t>Hadiah</a:t>
            </a:r>
            <a:r>
              <a:rPr lang="en-GB" i="1" dirty="0"/>
              <a:t>”</a:t>
            </a:r>
            <a:endParaRPr lang="en-US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DAED25-4691-4147-B01D-322E80296FD7}"/>
              </a:ext>
            </a:extLst>
          </p:cNvPr>
          <p:cNvSpPr txBox="1"/>
          <p:nvPr/>
        </p:nvSpPr>
        <p:spPr>
          <a:xfrm>
            <a:off x="436644" y="960665"/>
            <a:ext cx="262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Random </a:t>
            </a:r>
            <a:r>
              <a:rPr lang="en-GB" i="1" dirty="0" err="1"/>
              <a:t>Suffle</a:t>
            </a:r>
            <a:r>
              <a:rPr lang="en-GB" i="1" dirty="0"/>
              <a:t> button</a:t>
            </a:r>
            <a:endParaRPr lang="en-US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EEAAE0-2854-477F-B8DE-759EFD53D990}"/>
              </a:ext>
            </a:extLst>
          </p:cNvPr>
          <p:cNvSpPr txBox="1"/>
          <p:nvPr/>
        </p:nvSpPr>
        <p:spPr>
          <a:xfrm>
            <a:off x="4489449" y="5771024"/>
            <a:ext cx="2623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Random number from table “</a:t>
            </a:r>
            <a:r>
              <a:rPr lang="en-GB" i="1" dirty="0" err="1"/>
              <a:t>Nomor</a:t>
            </a:r>
            <a:r>
              <a:rPr lang="en-GB" i="1" dirty="0"/>
              <a:t> </a:t>
            </a:r>
            <a:r>
              <a:rPr lang="en-GB" i="1" dirty="0" err="1"/>
              <a:t>Undian</a:t>
            </a:r>
            <a:r>
              <a:rPr lang="en-GB" i="1" dirty="0"/>
              <a:t>”</a:t>
            </a:r>
            <a:endParaRPr lang="en-US" i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D9885E-2948-4A68-9AF8-5297C1C83B1E}"/>
              </a:ext>
            </a:extLst>
          </p:cNvPr>
          <p:cNvCxnSpPr>
            <a:cxnSpLocks/>
          </p:cNvCxnSpPr>
          <p:nvPr/>
        </p:nvCxnSpPr>
        <p:spPr>
          <a:xfrm flipV="1">
            <a:off x="7871383" y="747243"/>
            <a:ext cx="622332" cy="747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316941-31EA-4E6B-AD67-00857189CF9E}"/>
              </a:ext>
            </a:extLst>
          </p:cNvPr>
          <p:cNvSpPr/>
          <p:nvPr/>
        </p:nvSpPr>
        <p:spPr>
          <a:xfrm>
            <a:off x="7609113" y="2014335"/>
            <a:ext cx="3118759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STOP SUFFLE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6E074B-1CCA-479B-9FC4-869330E78E54}"/>
              </a:ext>
            </a:extLst>
          </p:cNvPr>
          <p:cNvSpPr txBox="1"/>
          <p:nvPr/>
        </p:nvSpPr>
        <p:spPr>
          <a:xfrm>
            <a:off x="9247514" y="1170785"/>
            <a:ext cx="2623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Stop Random </a:t>
            </a:r>
            <a:r>
              <a:rPr lang="en-GB" i="1" dirty="0" err="1"/>
              <a:t>Suffle</a:t>
            </a:r>
            <a:r>
              <a:rPr lang="en-GB" i="1" dirty="0"/>
              <a:t> button</a:t>
            </a:r>
            <a:endParaRPr lang="en-US" i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0C789C9-FC6F-4248-A3A8-F698D8FD6402}"/>
              </a:ext>
            </a:extLst>
          </p:cNvPr>
          <p:cNvCxnSpPr>
            <a:cxnSpLocks/>
          </p:cNvCxnSpPr>
          <p:nvPr/>
        </p:nvCxnSpPr>
        <p:spPr>
          <a:xfrm flipV="1">
            <a:off x="10038445" y="1596329"/>
            <a:ext cx="382041" cy="50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E94BE2-15B8-4B09-BAD0-054BC7070BE4}"/>
              </a:ext>
            </a:extLst>
          </p:cNvPr>
          <p:cNvCxnSpPr>
            <a:cxnSpLocks/>
          </p:cNvCxnSpPr>
          <p:nvPr/>
        </p:nvCxnSpPr>
        <p:spPr>
          <a:xfrm flipH="1" flipV="1">
            <a:off x="1291758" y="1414646"/>
            <a:ext cx="226071" cy="65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0B3EBF0-61F2-4FFD-8E4C-2941CF390E92}"/>
              </a:ext>
            </a:extLst>
          </p:cNvPr>
          <p:cNvSpPr/>
          <p:nvPr/>
        </p:nvSpPr>
        <p:spPr>
          <a:xfrm>
            <a:off x="1126673" y="3456981"/>
            <a:ext cx="9293814" cy="19151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1A6400B-2981-4440-BA76-CCE4B185F3DB}"/>
              </a:ext>
            </a:extLst>
          </p:cNvPr>
          <p:cNvCxnSpPr>
            <a:cxnSpLocks/>
          </p:cNvCxnSpPr>
          <p:nvPr/>
        </p:nvCxnSpPr>
        <p:spPr>
          <a:xfrm flipH="1">
            <a:off x="7112908" y="5372104"/>
            <a:ext cx="1497056" cy="651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EE7908F-ADCF-4782-95F3-AF70A54EF93F}"/>
              </a:ext>
            </a:extLst>
          </p:cNvPr>
          <p:cNvSpPr txBox="1"/>
          <p:nvPr/>
        </p:nvSpPr>
        <p:spPr>
          <a:xfrm>
            <a:off x="1291758" y="2841171"/>
            <a:ext cx="159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PAGE 1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163E42-1963-41EE-8AD1-164915F4C550}"/>
              </a:ext>
            </a:extLst>
          </p:cNvPr>
          <p:cNvSpPr/>
          <p:nvPr/>
        </p:nvSpPr>
        <p:spPr>
          <a:xfrm>
            <a:off x="188994" y="142645"/>
            <a:ext cx="1351336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RESET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3CBFFC-2ECF-48B2-BA58-84DE6B8C15FF}"/>
              </a:ext>
            </a:extLst>
          </p:cNvPr>
          <p:cNvCxnSpPr>
            <a:cxnSpLocks/>
          </p:cNvCxnSpPr>
          <p:nvPr/>
        </p:nvCxnSpPr>
        <p:spPr>
          <a:xfrm>
            <a:off x="1397000" y="444500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B0A3725-7195-4B02-8421-BF02586F74A3}"/>
              </a:ext>
            </a:extLst>
          </p:cNvPr>
          <p:cNvSpPr txBox="1"/>
          <p:nvPr/>
        </p:nvSpPr>
        <p:spPr>
          <a:xfrm>
            <a:off x="2124665" y="123362"/>
            <a:ext cx="2154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Winner reset button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1437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</cp:revision>
  <dcterms:created xsi:type="dcterms:W3CDTF">2026-01-28T02:24:03Z</dcterms:created>
  <dcterms:modified xsi:type="dcterms:W3CDTF">2026-01-29T04:46:52Z</dcterms:modified>
</cp:coreProperties>
</file>